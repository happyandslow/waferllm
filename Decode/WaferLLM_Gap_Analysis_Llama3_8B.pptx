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EC9B0"/>
                </a:solidFill>
                <a:latin typeface="Calibri"/>
              </a:defRPr>
            </a:pPr>
            <a:r>
              <a:t>WaferLLM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What's needed to run full Llama3-8B inference on WSE-3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69CD6"/>
                </a:solidFill>
                <a:latin typeface="Calibri"/>
              </a:defRPr>
            </a:pPr>
            <a:r>
              <a:t>Prefill (WaferServe)  |  Decode (WSE-3-GQA)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alibri"/>
              </a:defRPr>
            </a:pPr>
            <a:r>
              <a:t>Current Implementation: Single Transformer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Operations supported in Prefill/WSE-3 and Decode/WSE-3-GQA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645920"/>
                <a:gridCol w="56692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Prefill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Decode (GQA)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RMSNorm (pre-attention)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Q / K / V Projections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GEMM (prefill) / GEMV (decode)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RoPE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Disabled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Strided DSD @fmulh bug in decode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KV Cache Write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No (allocated)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Incremental write in decode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Causal Masking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Autoregressive by nature in decode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Score: Q @ K^T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Variable-length in decode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Softmax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fast_exp() approx in decode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Output: attn @ V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 variants in decode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O-Projection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Residual Add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RMSNorm (pre-FFN)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UP Projection (SwiGLU)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GATE Projection (SwiGLU)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SiLU Activation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DOWN Projection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FFN Residual Add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alibri"/>
              </a:defRPr>
            </a:pPr>
            <a:r>
              <a:t>Missing Operators &amp; Features for Llama3-8B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End-to-end inference requires these additional components beyond the single-layer implementation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200400"/>
                <a:gridCol w="1280160"/>
                <a:gridCol w="61264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Operator / Feature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Fix RoPE in Decode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Debug strided DSD bug or restructure memory layout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Causal Mask in Prefill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Add -inf masking to upper triangle before softmax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Multi-Layer Loop + Weight Mgmt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32 layers; weight streaming or full on-chip storage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LM Head (Vocab Projection)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4096 -&gt; 128,256 GEMV; largest single operation (~1 GB)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Sampling (argmax minimum)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Distributed argmax reduction over 128K sharded logits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Token Embedding Lookup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Host-side compute + transfer, or on-chip scatter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Final RMSNorm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747"/>
                          </a:solidFill>
                          <a:latin typeface="Calibri"/>
                        </a:defRPr>
                      </a:pPr>
                      <a:r>
                        <a:t>Reuse existing RMSNorm kernel with separate weight vector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Per-Layer KV Cache Management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32 x KV caches; memory allocation strategy needed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D700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Host &lt;-&gt; WSE Orchestration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Weight loading, token I/O loop, pipeline control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Top-k / Top-p Sampling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More complex distributed reduction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EC9B0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Tokenizer / Detokenizer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Host-side; use existing libraries (tiktoken)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alibri"/>
              </a:defRPr>
            </a:pPr>
            <a:r>
              <a:t>Llama3-8B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Green = implemented  |  Red = missing  |  Yellow = partially implemented / broken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371600" cy="1097280"/>
          </a:xfrm>
          <a:prstGeom prst="roundRect">
            <a:avLst/>
          </a:prstGeom>
          <a:solidFill>
            <a:srgbClr val="23233F"/>
          </a:solidFill>
          <a:ln w="25400">
            <a:solidFill>
              <a:srgbClr val="F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44747"/>
                </a:solidFill>
                <a:latin typeface="Calibri"/>
              </a:defRPr>
            </a:pPr>
            <a:r>
              <a:t>Tokenizer</a:t>
            </a:r>
            <a:br/>
            <a:r>
              <a:t>(Host CPU)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BPE tokenization</a:t>
            </a:r>
            <a:br/>
            <a:r>
              <a:t>128K vocab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28800" y="2286000"/>
            <a:ext cx="27432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20" y="1828800"/>
            <a:ext cx="1371600" cy="1097280"/>
          </a:xfrm>
          <a:prstGeom prst="roundRect">
            <a:avLst/>
          </a:prstGeom>
          <a:solidFill>
            <a:srgbClr val="23233F"/>
          </a:solidFill>
          <a:ln w="25400">
            <a:solidFill>
              <a:srgbClr val="F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44747"/>
                </a:solidFill>
                <a:latin typeface="Calibri"/>
              </a:defRPr>
            </a:pPr>
            <a:r>
              <a:t>Embedding</a:t>
            </a:r>
            <a:br/>
            <a:r>
              <a:t>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128256 x 4096</a:t>
            </a:r>
            <a:br/>
            <a:r>
              <a:t>~1 GB table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74720" y="2286000"/>
            <a:ext cx="27432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49040" y="1828800"/>
            <a:ext cx="1371600" cy="1097280"/>
          </a:xfrm>
          <a:prstGeom prst="roundRect">
            <a:avLst/>
          </a:prstGeom>
          <a:solidFill>
            <a:srgbClr val="23233F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FD700"/>
                </a:solidFill>
                <a:latin typeface="Calibri"/>
              </a:defRPr>
            </a:pPr>
            <a:r>
              <a:t>Transformer</a:t>
            </a:r>
            <a:br/>
            <a:r>
              <a:t>x 32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Single layer done</a:t>
            </a:r>
            <a:br/>
            <a:r>
              <a:t>Need loop + weights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20640" y="2286000"/>
            <a:ext cx="27432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94960" y="1828800"/>
            <a:ext cx="1371600" cy="1097280"/>
          </a:xfrm>
          <a:prstGeom prst="roundRect">
            <a:avLst/>
          </a:prstGeom>
          <a:solidFill>
            <a:srgbClr val="23233F"/>
          </a:solidFill>
          <a:ln w="25400">
            <a:solidFill>
              <a:srgbClr val="F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44747"/>
                </a:solidFill>
                <a:latin typeface="Calibri"/>
              </a:defRPr>
            </a:pPr>
            <a:r>
              <a:t>Final</a:t>
            </a:r>
            <a:br/>
            <a:r>
              <a:t>RMSNorm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Reuse kernel</a:t>
            </a:r>
            <a:br/>
            <a:r>
              <a:t>New weights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66560" y="2286000"/>
            <a:ext cx="27432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0" y="1828800"/>
            <a:ext cx="1371600" cy="1097280"/>
          </a:xfrm>
          <a:prstGeom prst="roundRect">
            <a:avLst/>
          </a:prstGeom>
          <a:solidFill>
            <a:srgbClr val="23233F"/>
          </a:solidFill>
          <a:ln w="25400">
            <a:solidFill>
              <a:srgbClr val="F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44747"/>
                </a:solidFill>
                <a:latin typeface="Calibri"/>
              </a:defRPr>
            </a:pPr>
            <a:r>
              <a:t>LM Head</a:t>
            </a:r>
            <a:br/>
            <a:r>
              <a:t>(Vocab Proj)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4096 -&gt; 128256</a:t>
            </a:r>
            <a:br/>
            <a:r>
              <a:t>Largest GEMV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412480" y="2286000"/>
            <a:ext cx="27432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0" y="1828800"/>
            <a:ext cx="1371600" cy="1097280"/>
          </a:xfrm>
          <a:prstGeom prst="roundRect">
            <a:avLst/>
          </a:prstGeom>
          <a:solidFill>
            <a:srgbClr val="23233F"/>
          </a:solidFill>
          <a:ln w="25400">
            <a:solidFill>
              <a:srgbClr val="F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44747"/>
                </a:solidFill>
                <a:latin typeface="Calibri"/>
              </a:defRPr>
            </a:pPr>
            <a:r>
              <a:t>Sampling</a:t>
            </a:r>
            <a:br/>
            <a:r>
              <a:t>(argmax/top-k)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Distributed</a:t>
            </a:r>
            <a:br/>
            <a:r>
              <a:t>reduction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058400" y="2286000"/>
            <a:ext cx="274320" cy="18288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32720" y="1828800"/>
            <a:ext cx="1371600" cy="1097280"/>
          </a:xfrm>
          <a:prstGeom prst="roundRect">
            <a:avLst/>
          </a:prstGeom>
          <a:solidFill>
            <a:srgbClr val="23233F"/>
          </a:solidFill>
          <a:ln w="25400">
            <a:solidFill>
              <a:srgbClr val="F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300" b="1">
                <a:solidFill>
                  <a:srgbClr val="F44747"/>
                </a:solidFill>
                <a:latin typeface="Calibri"/>
              </a:defRPr>
            </a:pPr>
            <a:r>
              <a:t>Detokenizer</a:t>
            </a:r>
            <a:br/>
            <a:r>
              <a:t>(Host CPU)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2004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Token -&gt; 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23233F"/>
          </a:solidFill>
          <a:ln w="12700">
            <a:solidFill>
              <a:srgbClr val="569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569CD6"/>
                </a:solidFill>
                <a:latin typeface="Calibri"/>
              </a:defRPr>
            </a:pPr>
            <a:r>
              <a:t>Inside Each Transformer Layer (implemented):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RMSNorm -&gt; Q/K/V Proj -&gt; RoPE* -&gt; Score (Q@K^T) -&gt; Causal Mask** -&gt; Softmax -&gt; Attn@V -&gt; O-Proj -&gt; Residual Add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  <a:r>
              <a:t>RMSNorm -&gt; UP Proj -&gt; GATE Proj -&gt; SiLU -&gt; DOWN Proj -&gt; Residual Add</a:t>
            </a:r>
          </a:p>
          <a:p>
            <a:pPr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>
              <a:defRPr sz="1200">
                <a:solidFill>
                  <a:srgbClr val="FFD700"/>
                </a:solidFill>
                <a:latin typeface="Calibri"/>
              </a:defRPr>
            </a:pPr>
            <a:r>
              <a:t>* RoPE disabled in Decode (strided DSD bug)    ** Causal mask missing in Prefill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4747"/>
                </a:solidFill>
                <a:latin typeface="Calibri"/>
              </a:defRPr>
            </a:pPr>
            <a:r>
              <a:t>P0 Critical Items -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747"/>
                </a:solidFill>
                <a:latin typeface="Calibri"/>
              </a:defRPr>
            </a:pPr>
            <a:r>
              <a:t>Fix RoPE in Decode  [Medium]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RoPE is disabled due to a strided DSD @fmulh bug. Without positional encoding, the model produces garbage. Options: (a) fix the strided DSD issue, (b) restructure memory layout to avoid strided access, (c) pre-apply RoPE on host.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747"/>
                </a:solidFill>
                <a:latin typeface="Calibri"/>
              </a:defRPr>
            </a:pPr>
            <a:r>
              <a:t>Causal Mask in Prefill  [Low]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Current prefill computes full seq_len x seq_len attention with no mask. Need to set upper-triangle scores to -inf before softmax. Simple element-wise operation on the score matrix.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747"/>
                </a:solidFill>
                <a:latin typeface="Calibri"/>
              </a:defRPr>
            </a:pPr>
            <a:r>
              <a:t>Multi-Layer Loop + Weight Management  [High]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Llama3-8B has 32 layers. Options: (a) weight streaming from host per layer (~14 GB total), (b) all weights on-chip (feasible on WSE-3 ~40 GB SRAM), (c) hybrid. Each layer needs separate weights and KV cache.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747"/>
                </a:solidFill>
                <a:latin typeface="Calibri"/>
              </a:defRPr>
            </a:pPr>
            <a:r>
              <a:t>LM Head (Vocab Projection)  [High]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Final [1, 4096] x [4096, 128256] projection. The weight matrix alone is ~1 GB in f16. Llama3 ties embedding and LM head weights. Requires new sharding strategy for the extremely wide output dimension.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747"/>
                </a:solidFill>
                <a:latin typeface="Calibri"/>
              </a:defRPr>
            </a:pPr>
            <a:r>
              <a:t>Sampling (argmax)  [Medium]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Distributed argmax over 128K logits sharded across PEs. Need a new reduction primitive that returns both max value and its index. Temperature scaling is a simple element-wise multiply before argmax.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D700"/>
                </a:solidFill>
                <a:latin typeface="Calibri"/>
              </a:defRPr>
            </a:pPr>
            <a:r>
              <a:t>P1 / P2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[P1] Token Embedding Lookup  [Medium]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Convert token IDs to 4096-dim vectors. 128256 x 4096 table (~1 GB). Can be done on host and transferred, or implement on-chip indexed scatter.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[P1] Final RMSNorm  [Low]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Same kernel as existing RMSNorm, just needs to be invoked post-loop with a separate weight vector. Minimal new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[P1] Per-Layer KV Cache Management  [High]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32 layers x KV cache. At seq_len=8192: ~512 MB total. Need memory allocation strategy across PEs and lifetime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Calibri"/>
              </a:defRPr>
            </a:pPr>
            <a:r>
              <a:t>[P1] Host &lt;-&gt; WSE Orchestration  [High]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416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Full pipeline control: weight loading, token I/O per decode step, KV cache init from prefill. Extend launch scripts to loop.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  <a:latin typeface="Calibri"/>
              </a:defRPr>
            </a:pPr>
            <a:r>
              <a:t>[P2] Top-k / Top-p Sampling  [Medium]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56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More sophisticated sampling beyond argmax. Requires distributed partial sort or threshold-based filtering across PEs.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  <a:latin typeface="Calibri"/>
              </a:defRPr>
            </a:pPr>
            <a:r>
              <a:t>[P2] Tokenizer / Detokenizer  [Low]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704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Host-side only. Use tiktoken or sentencepiece. Not a WSE operator.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  <a:latin typeface="Calibri"/>
              </a:defRPr>
            </a:pPr>
            <a:r>
              <a:t>Llama3-8B Memory Budget on WSE-3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164592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Size (f16)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 Layer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(32 layers)</a:t>
                      </a:r>
                    </a:p>
                  </a:txBody>
                  <a:tcPr anchor="ctr">
                    <a:solidFill>
                      <a:srgbClr val="3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Q / K / V / O Weights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 x 4096 x 4096 x 2B = 128 MB*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128 MB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~4 GB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  (GQA: K,V are 4096x1024)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Q,O: 64 MB + K,V: 16 MB = 96 MB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96 MB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~3 GB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FFN Weights (UP+GATE+DOWN)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3 x 4096 x 14336 x 2B = 336 MB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336 MB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~10.5 GB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RMSNorm Weights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 x 4096 x 2B = 16 KB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16 KB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~0.5 MB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KV Cache (seq=8192, bsz=1)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 x 8 x 128 x 8192 x 2B = 32 MB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32 MB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~1 GB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Embedding / LM Head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128256 x 4096 x 2B = 1 GB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 GB (shared)</a:t>
                      </a:r>
                    </a:p>
                  </a:txBody>
                  <a:tcPr anchor="ctr"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~15.5 GB</a:t>
                      </a:r>
                    </a:p>
                  </a:txBody>
                  <a:tcPr anchor="ctr">
                    <a:solidFill>
                      <a:srgbClr val="22223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69CD6"/>
                </a:solidFill>
                <a:latin typeface="Calibri"/>
              </a:defRPr>
            </a:pPr>
            <a:r>
              <a:t>WSE-3 has ~40 GB distributed SRAM across all PEs.</a:t>
            </a:r>
            <a:br/>
            <a:r>
              <a:t>Llama3-8B at ~15.5 GB fits comfortably with room for activations and intermediates.</a:t>
            </a:r>
            <a:br/>
            <a:r>
              <a:t>All-on-chip strategy is feasible -- no weight streaming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